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B9EF3-CAEE-4D91-A778-9816D20C1F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59FAA8-9268-4F4B-A46F-783DDF29A4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7368D8-F9A6-4694-8D07-E5001B7DBA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CAD800-274F-4724-B00B-C37B9A65C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6C483-187E-484F-B215-8927651B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22405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5DC370-A3E8-43CB-B966-D784D1460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C1229A-C756-494C-93BB-AB0C36E6A7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6965DB-842A-462E-9604-0C6A207FC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9F538-2CE4-4579-ACCB-247617ECA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420D42-57B7-424C-A5C4-F543D5D51A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89172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4931F-F6A8-4FD9-AD97-F6DD56A1C8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EF3256-F724-4872-B8CE-2B7BE804E0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F31898-ABEC-4FE8-8517-857BF1C28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9F8D58-CD01-436D-8A49-B8FF5E49DD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9260A3-0CE7-414C-9415-52058C9E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3882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4A83AF-B002-44BC-863F-70073235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AA198-1455-4223-8C8B-8E71C471D0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95C6C2-47A0-456D-9876-B0C0B0CF6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01D65F-DD45-4426-986E-81B87562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443E352-3990-45CB-9EF4-24FF830EE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06768-B882-451B-8FAA-DA9AE1CCB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21170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832440-4DB5-4708-AB69-CF36ADB40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58055C-DC52-4065-81D0-E2C8010C49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1D2B76-6048-4127-97D7-1B6CED7D4E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423119-A2FC-414C-9EAF-9569DD02BF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30C6A5-5DBC-48D6-A7FF-2F10223E35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06A337-F232-4E9C-8022-58B3CDA44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FE2C19-B329-466C-B21B-1F32B75843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EEA4D8-FC03-40C5-B1D8-B95A3FBFB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195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CC499-216D-49A2-BAD4-07D4C78324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114EC-4748-42B9-8709-8CCB88D23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2615471-1A77-4596-8102-771539A8A9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56F786-7EFD-4582-A30B-F40D235CB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865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1CDE9E-8365-4EB3-A565-6C54F24F4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0A0D2E-05D2-4A38-B664-261E6B98E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14DD8B8-8EA3-463B-A437-B53AC98CAA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038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6E24F-7897-4EEA-A932-662944953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F223C5-F93F-4281-9CF8-A1ABB6A5A65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0BDB1C-F9E3-4B6B-9286-EFAF05F2E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A4C6CE-08B1-4F05-AA73-31666755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8D2EC9-A3C7-47F0-ABA3-1932DC5FA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7E1FF7-AA11-44FE-B597-EDB6B6313A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078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27282-216E-424A-B8E4-25BFE8BD8F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DF8D1E-75D3-4137-AE3F-3B4AA3BC61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17A226-1D1B-4E1A-BF57-EAD31E10996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256293-112D-4C95-A637-E96EB26EAA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E9B936-A3FA-4691-978A-C4839E459C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CE62B2-97D7-4CD2-BB96-1478BC0B90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1137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0F599-D1ED-41CF-899E-7A95C805FC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7B6AA8-3C7B-4A78-92D1-C0E814FF5D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D5C3D-864D-4F4B-93F6-07876639C5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D60566-1938-45DF-BD79-FC12C9A9A0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F5B038-EB0E-4AE4-BFF7-DA2282950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1715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6E1696D-C1F8-4D9F-996B-8FF9D3ED8E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1A05F7A-619B-441A-B8B2-5C418C96C5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7F46E-3EFF-422B-A4A6-7A544AC9E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35818C-97AA-4F8E-B838-0FDA30CD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F1CD43-EC3D-4D09-9C0D-150FC117D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40611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4097D5-DB69-4198-87F9-10DB73107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C658FE-45D2-417A-A230-9136EBD8F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179E5B-6FD7-426D-87A7-6919BDA1CC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4C92B5-081B-4879-A389-200826D60D88}" type="datetimeFigureOut">
              <a:rPr lang="en-US" smtClean="0"/>
              <a:t>7/27/2025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8440E-04E0-429C-9073-1938F3512D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8C2702-B352-46F0-AD8D-AA382DC21A9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AD7D18-A9F6-417D-AF38-0BC0C22513D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1500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e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7CD6C3-ACAC-4B60-9A7B-0BD8B82E856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Caching</a:t>
            </a:r>
          </a:p>
        </p:txBody>
      </p:sp>
    </p:spTree>
    <p:extLst>
      <p:ext uri="{BB962C8B-B14F-4D97-AF65-F5344CB8AC3E}">
        <p14:creationId xmlns:p14="http://schemas.microsoft.com/office/powerpoint/2010/main" val="40662564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>
            <a:extLst>
              <a:ext uri="{FF2B5EF4-FFF2-40B4-BE49-F238E27FC236}">
                <a16:creationId xmlns:a16="http://schemas.microsoft.com/office/drawing/2014/main" id="{8FAED003-1705-4043-84A9-E4BD6B45CAC6}"/>
              </a:ext>
            </a:extLst>
          </p:cNvPr>
          <p:cNvGrpSpPr/>
          <p:nvPr/>
        </p:nvGrpSpPr>
        <p:grpSpPr>
          <a:xfrm>
            <a:off x="423783" y="665331"/>
            <a:ext cx="11243285" cy="4868327"/>
            <a:chOff x="423783" y="665331"/>
            <a:chExt cx="11243285" cy="4868327"/>
          </a:xfrm>
        </p:grpSpPr>
        <p:pic>
          <p:nvPicPr>
            <p:cNvPr id="5" name="Graphic 4" descr="Smart Phone with solid fill">
              <a:extLst>
                <a:ext uri="{FF2B5EF4-FFF2-40B4-BE49-F238E27FC236}">
                  <a16:creationId xmlns:a16="http://schemas.microsoft.com/office/drawing/2014/main" id="{91438F59-971D-414D-A822-CF89E2B9C17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655454" y="943229"/>
              <a:ext cx="914400" cy="914400"/>
            </a:xfrm>
            <a:prstGeom prst="rect">
              <a:avLst/>
            </a:prstGeom>
          </p:spPr>
        </p:pic>
        <p:pic>
          <p:nvPicPr>
            <p:cNvPr id="7" name="Graphic 6" descr="Cheers with solid fill">
              <a:extLst>
                <a:ext uri="{FF2B5EF4-FFF2-40B4-BE49-F238E27FC236}">
                  <a16:creationId xmlns:a16="http://schemas.microsoft.com/office/drawing/2014/main" id="{69FC0AA6-BDEB-40A9-B76A-32B887595E4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3167" y="4619258"/>
              <a:ext cx="914400" cy="914400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AFED897-8C46-40A1-90FC-D284D5DD0F2C}"/>
                </a:ext>
              </a:extLst>
            </p:cNvPr>
            <p:cNvSpPr/>
            <p:nvPr/>
          </p:nvSpPr>
          <p:spPr>
            <a:xfrm rot="16200000">
              <a:off x="677783" y="2369268"/>
              <a:ext cx="1159933" cy="16679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26" name="Picture 2" descr="Browser Diversity Is Good For The Web ...">
              <a:extLst>
                <a:ext uri="{FF2B5EF4-FFF2-40B4-BE49-F238E27FC236}">
                  <a16:creationId xmlns:a16="http://schemas.microsoft.com/office/drawing/2014/main" id="{4E09E42A-503E-458F-BB89-658CBF1AFF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9534" y="2666891"/>
              <a:ext cx="1481667" cy="100775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Cloud 8">
              <a:extLst>
                <a:ext uri="{FF2B5EF4-FFF2-40B4-BE49-F238E27FC236}">
                  <a16:creationId xmlns:a16="http://schemas.microsoft.com/office/drawing/2014/main" id="{A5CDA33C-C4E1-44B0-8540-6E33CCC4DA64}"/>
                </a:ext>
              </a:extLst>
            </p:cNvPr>
            <p:cNvSpPr/>
            <p:nvPr/>
          </p:nvSpPr>
          <p:spPr>
            <a:xfrm>
              <a:off x="2582336" y="2023533"/>
              <a:ext cx="1913466" cy="1879600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5F7B7C4-F699-4886-B971-D67A8F24C093}"/>
                </a:ext>
              </a:extLst>
            </p:cNvPr>
            <p:cNvSpPr txBox="1"/>
            <p:nvPr/>
          </p:nvSpPr>
          <p:spPr>
            <a:xfrm>
              <a:off x="3042041" y="2692290"/>
              <a:ext cx="9940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Network</a:t>
              </a:r>
            </a:p>
          </p:txBody>
        </p:sp>
        <p:sp>
          <p:nvSpPr>
            <p:cNvPr id="11" name="Arrow: Right 10">
              <a:extLst>
                <a:ext uri="{FF2B5EF4-FFF2-40B4-BE49-F238E27FC236}">
                  <a16:creationId xmlns:a16="http://schemas.microsoft.com/office/drawing/2014/main" id="{FD15946D-1FA6-4C57-BF8C-BBDBED58C1FA}"/>
                </a:ext>
              </a:extLst>
            </p:cNvPr>
            <p:cNvSpPr/>
            <p:nvPr/>
          </p:nvSpPr>
          <p:spPr>
            <a:xfrm rot="2322015">
              <a:off x="1568756" y="1913892"/>
              <a:ext cx="1180493" cy="17042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Arrow: Right 12">
              <a:extLst>
                <a:ext uri="{FF2B5EF4-FFF2-40B4-BE49-F238E27FC236}">
                  <a16:creationId xmlns:a16="http://schemas.microsoft.com/office/drawing/2014/main" id="{81B74755-8B78-4AC9-A164-0D3FECC8178D}"/>
                </a:ext>
              </a:extLst>
            </p:cNvPr>
            <p:cNvSpPr/>
            <p:nvPr/>
          </p:nvSpPr>
          <p:spPr>
            <a:xfrm rot="18518685">
              <a:off x="1654826" y="4179452"/>
              <a:ext cx="1180493" cy="171957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Arrow: Right 13">
              <a:extLst>
                <a:ext uri="{FF2B5EF4-FFF2-40B4-BE49-F238E27FC236}">
                  <a16:creationId xmlns:a16="http://schemas.microsoft.com/office/drawing/2014/main" id="{1FF6FD40-276A-48CD-98A7-EBC7ACD942DB}"/>
                </a:ext>
              </a:extLst>
            </p:cNvPr>
            <p:cNvSpPr/>
            <p:nvPr/>
          </p:nvSpPr>
          <p:spPr>
            <a:xfrm>
              <a:off x="2159002" y="2988624"/>
              <a:ext cx="353180" cy="156149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Arrow: Right 14">
              <a:extLst>
                <a:ext uri="{FF2B5EF4-FFF2-40B4-BE49-F238E27FC236}">
                  <a16:creationId xmlns:a16="http://schemas.microsoft.com/office/drawing/2014/main" id="{C741B340-DEC2-4A8B-A106-A746EF3BC83B}"/>
                </a:ext>
              </a:extLst>
            </p:cNvPr>
            <p:cNvSpPr/>
            <p:nvPr/>
          </p:nvSpPr>
          <p:spPr>
            <a:xfrm>
              <a:off x="4602327" y="2910549"/>
              <a:ext cx="353180" cy="156149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6C312034-598A-452D-8287-F744D6EF4637}"/>
                </a:ext>
              </a:extLst>
            </p:cNvPr>
            <p:cNvSpPr/>
            <p:nvPr/>
          </p:nvSpPr>
          <p:spPr>
            <a:xfrm>
              <a:off x="4955507" y="1075272"/>
              <a:ext cx="2924458" cy="3810976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7A6F4C2-BD3F-4332-A96B-530FB9454A10}"/>
                </a:ext>
              </a:extLst>
            </p:cNvPr>
            <p:cNvSpPr/>
            <p:nvPr/>
          </p:nvSpPr>
          <p:spPr>
            <a:xfrm>
              <a:off x="5201039" y="2129366"/>
              <a:ext cx="891190" cy="166793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D49BA524-87A2-44B2-ACC4-B4E1E9DF711D}"/>
                </a:ext>
              </a:extLst>
            </p:cNvPr>
            <p:cNvSpPr/>
            <p:nvPr/>
          </p:nvSpPr>
          <p:spPr>
            <a:xfrm>
              <a:off x="6551934" y="1881848"/>
              <a:ext cx="1130303" cy="2057401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9131F85-9303-4605-A70C-1FA5221F6D90}"/>
                </a:ext>
              </a:extLst>
            </p:cNvPr>
            <p:cNvSpPr txBox="1"/>
            <p:nvPr/>
          </p:nvSpPr>
          <p:spPr>
            <a:xfrm>
              <a:off x="5795224" y="705940"/>
              <a:ext cx="124502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Application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E6CF070-6D37-434C-88C5-4E5072B29354}"/>
                </a:ext>
              </a:extLst>
            </p:cNvPr>
            <p:cNvSpPr txBox="1"/>
            <p:nvPr/>
          </p:nvSpPr>
          <p:spPr>
            <a:xfrm>
              <a:off x="5217414" y="2524436"/>
              <a:ext cx="85844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Service</a:t>
              </a:r>
            </a:p>
            <a:p>
              <a:pPr algn="ctr"/>
              <a:r>
                <a:rPr lang="en-US" dirty="0"/>
                <a:t>Layer</a:t>
              </a:r>
            </a:p>
          </p:txBody>
        </p:sp>
        <p:pic>
          <p:nvPicPr>
            <p:cNvPr id="1032" name="Picture 8" descr="Redis Logo Vector SVG Icon - SVG Repo">
              <a:extLst>
                <a:ext uri="{FF2B5EF4-FFF2-40B4-BE49-F238E27FC236}">
                  <a16:creationId xmlns:a16="http://schemas.microsoft.com/office/drawing/2014/main" id="{BDE6A15B-5214-4A24-9978-46B8A21C154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38171" y="2807111"/>
              <a:ext cx="723489" cy="72348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74C2E77F-63E6-40A6-B9B6-FC2AC9FA30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43978" y="2417233"/>
              <a:ext cx="964284" cy="3045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217441F2-4912-4C64-9911-CB489FAF9CAE}"/>
                </a:ext>
              </a:extLst>
            </p:cNvPr>
            <p:cNvCxnSpPr/>
            <p:nvPr/>
          </p:nvCxnSpPr>
          <p:spPr>
            <a:xfrm>
              <a:off x="6092229" y="2417233"/>
              <a:ext cx="45970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DDEE69DD-A561-4F6E-8F9C-D7D9EC27CE32}"/>
                </a:ext>
              </a:extLst>
            </p:cNvPr>
            <p:cNvCxnSpPr/>
            <p:nvPr/>
          </p:nvCxnSpPr>
          <p:spPr>
            <a:xfrm>
              <a:off x="6083762" y="2933699"/>
              <a:ext cx="45970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CCE7F63D-37A2-464A-95ED-40C7189DFD02}"/>
                </a:ext>
              </a:extLst>
            </p:cNvPr>
            <p:cNvCxnSpPr/>
            <p:nvPr/>
          </p:nvCxnSpPr>
          <p:spPr>
            <a:xfrm>
              <a:off x="6100693" y="3407832"/>
              <a:ext cx="459705" cy="0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Cylinder 21">
              <a:extLst>
                <a:ext uri="{FF2B5EF4-FFF2-40B4-BE49-F238E27FC236}">
                  <a16:creationId xmlns:a16="http://schemas.microsoft.com/office/drawing/2014/main" id="{86FF5F3C-8055-4B8F-933D-074554E817C6}"/>
                </a:ext>
              </a:extLst>
            </p:cNvPr>
            <p:cNvSpPr/>
            <p:nvPr/>
          </p:nvSpPr>
          <p:spPr>
            <a:xfrm>
              <a:off x="9476392" y="665331"/>
              <a:ext cx="2190676" cy="4868327"/>
            </a:xfrm>
            <a:prstGeom prst="ca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6C13BCEF-F22C-4DCF-80DA-4DA83ECE752D}"/>
                </a:ext>
              </a:extLst>
            </p:cNvPr>
            <p:cNvSpPr txBox="1"/>
            <p:nvPr/>
          </p:nvSpPr>
          <p:spPr>
            <a:xfrm>
              <a:off x="10118384" y="2847601"/>
              <a:ext cx="105817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Database</a:t>
              </a: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E4A9DEDD-81F9-4F0F-A880-897E0CC7CA59}"/>
                </a:ext>
              </a:extLst>
            </p:cNvPr>
            <p:cNvCxnSpPr>
              <a:cxnSpLocks/>
            </p:cNvCxnSpPr>
            <p:nvPr/>
          </p:nvCxnSpPr>
          <p:spPr>
            <a:xfrm>
              <a:off x="7682237" y="1999102"/>
              <a:ext cx="17941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F75DBCE4-3AD8-45DD-A79A-C41D74F792D6}"/>
                </a:ext>
              </a:extLst>
            </p:cNvPr>
            <p:cNvCxnSpPr/>
            <p:nvPr/>
          </p:nvCxnSpPr>
          <p:spPr>
            <a:xfrm flipH="1">
              <a:off x="7682237" y="2133600"/>
              <a:ext cx="17941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11A3F9CB-B69D-48EA-839B-7D4073E9F884}"/>
                </a:ext>
              </a:extLst>
            </p:cNvPr>
            <p:cNvCxnSpPr>
              <a:cxnSpLocks/>
            </p:cNvCxnSpPr>
            <p:nvPr/>
          </p:nvCxnSpPr>
          <p:spPr>
            <a:xfrm>
              <a:off x="7682235" y="2752636"/>
              <a:ext cx="17941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E742A396-807C-4334-9C35-0B1B707C2461}"/>
                </a:ext>
              </a:extLst>
            </p:cNvPr>
            <p:cNvCxnSpPr/>
            <p:nvPr/>
          </p:nvCxnSpPr>
          <p:spPr>
            <a:xfrm flipH="1">
              <a:off x="7682235" y="2887134"/>
              <a:ext cx="17941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DFA9F00B-D158-4A3E-9AD1-8E9D4AA5A792}"/>
                </a:ext>
              </a:extLst>
            </p:cNvPr>
            <p:cNvCxnSpPr>
              <a:cxnSpLocks/>
            </p:cNvCxnSpPr>
            <p:nvPr/>
          </p:nvCxnSpPr>
          <p:spPr>
            <a:xfrm>
              <a:off x="7682235" y="3370704"/>
              <a:ext cx="17941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Arrow Connector 38">
              <a:extLst>
                <a:ext uri="{FF2B5EF4-FFF2-40B4-BE49-F238E27FC236}">
                  <a16:creationId xmlns:a16="http://schemas.microsoft.com/office/drawing/2014/main" id="{B83D99C8-9D2F-4D64-B96A-314879CB387B}"/>
                </a:ext>
              </a:extLst>
            </p:cNvPr>
            <p:cNvCxnSpPr/>
            <p:nvPr/>
          </p:nvCxnSpPr>
          <p:spPr>
            <a:xfrm flipH="1">
              <a:off x="7682235" y="3505202"/>
              <a:ext cx="1794155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Cloud 30">
              <a:extLst>
                <a:ext uri="{FF2B5EF4-FFF2-40B4-BE49-F238E27FC236}">
                  <a16:creationId xmlns:a16="http://schemas.microsoft.com/office/drawing/2014/main" id="{2446D7A3-AE98-4BAE-83CE-440058767503}"/>
                </a:ext>
              </a:extLst>
            </p:cNvPr>
            <p:cNvSpPr/>
            <p:nvPr/>
          </p:nvSpPr>
          <p:spPr>
            <a:xfrm>
              <a:off x="8233145" y="3721223"/>
              <a:ext cx="753534" cy="680009"/>
            </a:xfrm>
            <a:prstGeom prst="cloud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052731FA-86B6-43D3-B104-079829984DD1}"/>
                </a:ext>
              </a:extLst>
            </p:cNvPr>
            <p:cNvCxnSpPr>
              <a:cxnSpLocks/>
              <a:endCxn id="31" idx="2"/>
            </p:cNvCxnSpPr>
            <p:nvPr/>
          </p:nvCxnSpPr>
          <p:spPr>
            <a:xfrm>
              <a:off x="7878797" y="4061228"/>
              <a:ext cx="35668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66246E3-749F-4936-A5B7-D509362BD841}"/>
                </a:ext>
              </a:extLst>
            </p:cNvPr>
            <p:cNvCxnSpPr>
              <a:stCxn id="31" idx="0"/>
            </p:cNvCxnSpPr>
            <p:nvPr/>
          </p:nvCxnSpPr>
          <p:spPr>
            <a:xfrm flipV="1">
              <a:off x="8986051" y="4061227"/>
              <a:ext cx="490339" cy="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309B22CD-01AA-4901-B447-6EC5B59DAF11}"/>
                </a:ext>
              </a:extLst>
            </p:cNvPr>
            <p:cNvSpPr txBox="1"/>
            <p:nvPr/>
          </p:nvSpPr>
          <p:spPr>
            <a:xfrm>
              <a:off x="8286268" y="3920440"/>
              <a:ext cx="681597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Network</a:t>
              </a:r>
              <a:endParaRPr lang="en-US" dirty="0"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88436B6B-8C62-428B-9C86-AD95D2FE7C09}"/>
                </a:ext>
              </a:extLst>
            </p:cNvPr>
            <p:cNvSpPr txBox="1"/>
            <p:nvPr/>
          </p:nvSpPr>
          <p:spPr>
            <a:xfrm>
              <a:off x="8304452" y="1804742"/>
              <a:ext cx="45397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get()</a:t>
              </a:r>
              <a:endParaRPr lang="en-US" dirty="0"/>
            </a:p>
          </p:txBody>
        </p:sp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20EE4343-AE11-4367-9A40-BFAABD7FBFBD}"/>
                </a:ext>
              </a:extLst>
            </p:cNvPr>
            <p:cNvSpPr txBox="1"/>
            <p:nvPr/>
          </p:nvSpPr>
          <p:spPr>
            <a:xfrm>
              <a:off x="8189982" y="2514545"/>
              <a:ext cx="676788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update()</a:t>
              </a:r>
              <a:endParaRPr lang="en-US" dirty="0"/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281997D2-671D-4E5A-8A29-A1F7EBE390A1}"/>
                </a:ext>
              </a:extLst>
            </p:cNvPr>
            <p:cNvSpPr txBox="1"/>
            <p:nvPr/>
          </p:nvSpPr>
          <p:spPr>
            <a:xfrm>
              <a:off x="8261757" y="3166795"/>
              <a:ext cx="63511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100" dirty="0"/>
                <a:t>delete()</a:t>
              </a:r>
              <a:endParaRPr lang="en-US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75FA7B02-DB4D-4030-9BD9-BD49A2885FB3}"/>
                </a:ext>
              </a:extLst>
            </p:cNvPr>
            <p:cNvSpPr txBox="1"/>
            <p:nvPr/>
          </p:nvSpPr>
          <p:spPr>
            <a:xfrm>
              <a:off x="1151283" y="898434"/>
              <a:ext cx="11488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Mobile Applications</a:t>
              </a:r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DB3F4A5-13A6-4A17-8F08-E32EC16FA19C}"/>
                </a:ext>
              </a:extLst>
            </p:cNvPr>
            <p:cNvSpPr txBox="1"/>
            <p:nvPr/>
          </p:nvSpPr>
          <p:spPr>
            <a:xfrm>
              <a:off x="1433450" y="4856218"/>
              <a:ext cx="1148886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3</a:t>
              </a:r>
              <a:r>
                <a:rPr lang="en-US" sz="1100" baseline="30000" dirty="0"/>
                <a:t>rd</a:t>
              </a:r>
              <a:r>
                <a:rPr lang="en-US" sz="1100" dirty="0"/>
                <a:t> party integrations</a:t>
              </a:r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02FD492D-B5F2-4182-841C-976E07274660}"/>
                </a:ext>
              </a:extLst>
            </p:cNvPr>
            <p:cNvSpPr txBox="1"/>
            <p:nvPr/>
          </p:nvSpPr>
          <p:spPr>
            <a:xfrm>
              <a:off x="569245" y="2381921"/>
              <a:ext cx="1148886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00" dirty="0"/>
                <a:t>Application UI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078822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20</Words>
  <Application>Microsoft Office PowerPoint</Application>
  <PresentationFormat>Widescreen</PresentationFormat>
  <Paragraphs>13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Caching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Caching</dc:title>
  <dc:creator>USER</dc:creator>
  <cp:lastModifiedBy>USER</cp:lastModifiedBy>
  <cp:revision>12</cp:revision>
  <dcterms:created xsi:type="dcterms:W3CDTF">2025-07-27T12:19:04Z</dcterms:created>
  <dcterms:modified xsi:type="dcterms:W3CDTF">2025-07-27T12:33:49Z</dcterms:modified>
</cp:coreProperties>
</file>